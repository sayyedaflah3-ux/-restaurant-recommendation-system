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F3C7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F3C7E"/>
                </a:solidFill>
                <a:latin typeface="Arial"/>
              </a:rPr>
              <a:t>Price Distribution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Food Items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&lt;50</c:v>
                  </c:pt>
                  <c:pt idx="1">
                    <c:v>50-100</c:v>
                  </c:pt>
                  <c:pt idx="2">
                    <c:v>100-150</c:v>
                  </c:pt>
                  <c:pt idx="3">
                    <c:v>150-200</c:v>
                  </c:pt>
                  <c:pt idx="4">
                    <c:v>200+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21400</c:v>
                </c:pt>
                <c:pt idx="2">
                  <c:v>13100</c:v>
                </c:pt>
                <c:pt idx="3">
                  <c:v>5300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1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F3C7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F3C7E"/>
                </a:solidFill>
                <a:latin typeface="Arial"/>
              </a:rPr>
              <a:t>Rating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&lt;3.0</c:v>
                  </c:pt>
                  <c:pt idx="1">
                    <c:v>3.0-3.5</c:v>
                  </c:pt>
                  <c:pt idx="2">
                    <c:v>3.5-4.0</c:v>
                  </c:pt>
                  <c:pt idx="3">
                    <c:v>4.0-4.5</c:v>
                  </c:pt>
                  <c:pt idx="4">
                    <c:v>4.5-5.0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1800</c:v>
                </c:pt>
                <c:pt idx="1">
                  <c:v>4600</c:v>
                </c:pt>
                <c:pt idx="2">
                  <c:v>12300</c:v>
                </c:pt>
                <c:pt idx="3">
                  <c:v>21100</c:v>
                </c:pt>
                <c:pt idx="4">
                  <c:v>10200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1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9E795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14173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1417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Budget-Friendly Personalized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Recommendation System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food and restaurants with a Random Forest–powered recommender that balances budget, distance, ratings, and dietary needs.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75895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983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39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Name]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4983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BATCH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5239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Course / Batch]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60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16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Institution Name]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5760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016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Guide / Mentor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30000" y="45720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Diners rarely have just one requirement — they need food that fits their budget, is nearby, meets a minimum quality bar, and often has to satisfy dietary constraints (vegetarian, low-sugar, low-calorie, allergy-friendly) at the same time.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food/restaurant apps rank primarily by popularity or rating and leave the user to manually cross-check price, distance, and dietary tags — a slow, error-prone process.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especially costly for students, budget-conscious families, and people managing health conditions who need reliable filtering, not just a sorted list.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machine-learning system that predicts a personalized Recommendation Score for each food item and ranks options by how well they match the user's budget, distance, rating, and dietary filters.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 ML-predicted score with rating, value-for-money, and taste into one final ranking — so users get the single best-fit choice, not just a filtered list.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Beneficiaries: budget-conscious diners, health- and allergy-conscious eaters, and food-delivery / discovery platforms looking to personalize results.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restaurants_50000.csv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234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89720" y="1234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63240"/>
            <a:ext cx="6355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12164" y="306324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12164" y="3063240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62556" y="30632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62556" y="3063240"/>
            <a:ext cx="6355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306324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3063240"/>
            <a:ext cx="8092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63340" y="306324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63340" y="3063240"/>
            <a:ext cx="8092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557016"/>
            <a:ext cx="1330452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557016"/>
            <a:ext cx="13304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ValueForMoney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07108" y="35570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07108" y="3557016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31236" y="3557016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236" y="3557016"/>
            <a:ext cx="8092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68496" y="3557016"/>
            <a:ext cx="1156716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68496" y="3557016"/>
            <a:ext cx="11567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Open24Hours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50792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050792"/>
            <a:ext cx="1069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746504" y="4050792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46504" y="405079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LowSugar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70632" y="4050792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70632" y="4050792"/>
            <a:ext cx="1069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LowCalorie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68496" y="4050792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968496" y="4050792"/>
            <a:ext cx="15041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AllergyFriendly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544568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FAF9F6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544568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0932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RecommendationScore  (continuous — regression task)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of the Dataset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08960"/>
          <a:ext cx="5120640" cy="2103120"/>
        </p:xfrm>
        <a:graphic>
          <a:graphicData uri="http://schemas.openxmlformats.org/drawingml/2006/table">
            <a:tbl>
              <a:tblPr/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Spice Junction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Curry Meals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Porotta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Porotta + Beef Curry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Porotta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Leaf Kitchen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 Fried 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 Bites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Noodles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Noodles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Idli Sambar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6492240" y="5349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rows — replace with an export of your actual file.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0515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70632" y="10515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70632" y="10515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736592" y="10515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92624" y="10515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92624" y="10515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958584" y="10515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14616" y="10515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14616" y="10515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10515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36608" y="10515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36608" y="10515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057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don't require feature scaling, so numeric columns are passed through unscaled; no explicit outlier removal or feature-selection step was applied in this version.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2971800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4114800" y="2971800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7680960" y="29718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90956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909560" y="34747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food items cluster in the mid-price range, with a long tail of premium items.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skew positive — the majority of restaurants sit between 4.0 and 4.5.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shows only a weak relationship with rating — expensive doesn't reliably mean better-rated.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349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charts shown for layout — regenerate from your notebook's actual output before presenting.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15312" y="13716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4768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4768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01440" y="13716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20896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20896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87568" y="13716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7024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07024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73696" y="13716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93152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3152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59824" y="13716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79280" y="1371600"/>
            <a:ext cx="1584960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9280" y="1371600"/>
            <a:ext cx="158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154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   ·   max_depth = 10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06908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mix of one-hot encoded categorical features (Category, Vegetarian, etc.) and numeric features naturally.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between price, quality, service, and the recommendation score.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doesn't require feature scaling — well suited to a mixed-type tabular dataset.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reduces overfitting risk compared to a single decision tree.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0" y="26060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Design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2918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scikit-learn's Pipeline + ColumnTransformer so preprocessing and the model retrain consistently together.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OneHotEncoder(handle_unknown="ignore") on 6 categorical columns; 8 numeric columns pass through unchanged.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(random_state=42) for a reproducible held-out evaluation set.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 is serialized with joblib for reuse in the deployed app, avoiding retraining on every request.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regression task (predicting a continuous Recommendation Score), so evaluation uses MAE / RMSE / R² rather than classification metrics like accuracy or a confusion matrix.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210312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Absolute Error (MAE)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size of the prediction error, in score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Mean Squared Error (RMSE)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size, penalizing larger misses more heavily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variance in the score explained by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 Mean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averaged across 5 train/test splits — checks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training script on your dataset and paste the printed MAE / RMSE / R² values here.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98080" y="160020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9616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828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Model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72491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implemented in this version — see Future Scope for planned comparisons against Linear Regression, Gradient Boosting, and XGBoost.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42519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Approach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09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on the 20% held-out test set are compared row-by-row against actual Recommendation Scores, and 5-fold cross-validation confirms the R² score is stable across different data splits rather than a one-off result.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Solution &amp; Real-World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(budget, distance,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filters)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2344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2344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2344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234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2344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2344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1234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12344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Top-5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Query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₹100   ·   Max distance: 3 km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rating: 4.0   ·   Vegetarian: Yes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Any   ·   Allergy-friendly: Any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4572000" cy="0"/>
          </a:xfrm>
          <a:prstGeom prst="line">
            <a:avLst/>
          </a:prstGeom>
          <a:noFill/>
          <a:ln w="12700">
            <a:solidFill>
              <a:srgbClr val="E5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Leaf Kitchen — Veg Fried Rice, ₹60, ⭐4.5, 1.2 km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swap in a real run from your app.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25146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Interface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17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an interactive Streamlit app — sidebar filters replace command-line prompts.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trains once and is cached, so recommendations return instantly on each query.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 screenshot of the running app here]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7424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replaces manually cross-checking price, distance, and diet tags across apps.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60520" y="53949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Money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57424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filtering surfaces good-value options instead of the highest-rated but priciest ones.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0" y="53949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AF9F6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0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Access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57424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and dietary filters help underserved diners find genuinely suitable options.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pipeline that turns raw restaurant/food data into a ranked, personalized set of recommendations.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Regressor, combined with a weighted final-score formula (ML score + rating + value + taste).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performance: [insert MAE / RMSE / R² from Slide 6 once trained].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achievement: a working, filterable, budget-aware recommender deployed as a live Streamlit app.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53328" y="164592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58200" y="164592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67928" y="164592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/ richer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53328" y="242316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 (XGBoost, Gradient Boosting)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242316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67928" y="242316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20040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53328" y="320040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application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58200" y="320040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67928" y="3200400"/>
            <a:ext cx="2157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515600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03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2026-09-03T09:01:39Z</dcterms:created>
  <dcterms:modified xsi:type="dcterms:W3CDTF">2026-09-03T09:01:39Z</dcterms:modified>
</cp:coreProperties>
</file>